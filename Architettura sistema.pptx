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52B964-AA4D-C906-186C-0309B42E8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E9B55E-90C2-DDA1-22DF-55F249E18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33BB06-5B67-DDC9-225F-166FF478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17FE2B-7ED7-130F-915C-DC503C8DE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D0BDC7-7C54-4AAA-A5F4-675AA08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48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332A0-99EE-72D4-E31C-6A6F2599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99AF36-9486-254A-C9D7-68D0F7A4C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C31062-C898-2375-A1B7-2C9EAAC4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CC0E80-4DD2-DDC2-4ED7-222B2752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4E986B-BBCF-728B-1CE2-C1E56B03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554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F35B98-39BD-3CC3-700E-608E9DD7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44A3D7-A4E7-D648-68BC-847FD13DD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6C3DFAA-1939-7772-6458-04A4AF62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47DAAF-CFA7-8085-A376-6D4813D4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7887EB-4D62-F386-6345-F18ECB55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414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B0D5C1-8BEE-3D89-723E-57AFA12A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2660F8-DB3C-2C35-7007-3A73093B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50B853-54DA-13A2-6685-91386D8A7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52177B6-724A-DC8E-8A79-E787D31A6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B9F02F-5E55-0AF1-7CE1-A57E8482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2D7285-AB15-65E9-D839-E21E95E8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813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80CA9E-F4E7-8BA8-05AA-602CAB79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ABE701-395E-A3D0-8B30-6F1A68264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11F923-901F-782A-845D-5D5FBAC69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72BB4CC-932E-A046-F615-6E5882E69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99CC887-7413-68DA-9457-ECAE738A3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C8056B8-966B-1418-720C-22C086D7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E796648-B431-0132-B799-DE9E0D2D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9BEE798-5455-F865-229C-80B23418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799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0D5004-7AEF-6648-4FD1-B0AB32EB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4FB22C-BB88-BE12-BC74-DE44E593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F9C81C-0979-8EE1-2AA9-1658378D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502C1EA-3DF8-6D26-37AE-3635386E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2118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3B62029-0E01-9721-BCBB-56ADAC31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F30D13E-B414-89A8-760A-1738B892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9CDFD9-CC86-D363-4C4C-58F09D7F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003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89CCF-66AE-2B9C-10F6-E1291E2DD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41EEA6-7631-8381-2CF7-5336AE35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9889D5-30D1-053E-ED5C-CE409F41F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AF090D-739E-5E57-B81A-F34F0768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5BE145-1215-9BF3-FD01-5E0FDED2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E5DCEE-7B40-B7A3-407A-4B760D60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13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6531A0-E890-3574-85A9-896F994D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EF2F555-F6AF-2E64-A37A-65E093FCD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D880126-4DEF-C0BF-AD79-E7726A419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3575B2-EC8A-2372-DA0C-04390114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B9D0E6-2604-D451-7FE6-FF71819F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4A4D4B-59A0-3F68-F898-2452302E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97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F4F9EF-FAC1-D621-53BD-8DEF3123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CBC0F8-D712-D32C-29C1-BA31E2983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AE873C-70BF-1878-3F78-916A7E4E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D40236-A0E6-1942-9829-00A5F3DA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48DC45-5DAD-F760-D0DD-AC7351F6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84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043F5C9-6586-4220-0F62-73775E4F8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9F95FE1-AF44-9A83-8A94-3381DC6D8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3E57D3-D2D2-0548-D57C-C820B4B7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31B737-2F4B-7EFA-578C-C7BCBDC0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392AD5-AA81-DFC7-C6A0-E3E15580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200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9882C2-DF5F-B4A8-86DA-F293C09A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43F446-E4A0-5F80-F317-C1ACD8612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E2E51C-E9D4-AA1B-3BF2-DF439434F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7C24C-B110-497A-8E62-2B1FA2FF2DCB}" type="datetimeFigureOut">
              <a:rPr lang="it-IT" smtClean="0"/>
              <a:t>20/03/2026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701E2D-F852-48CC-957F-FA1BCCFF0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9E75AF-9000-97D9-45C7-15CD6C82C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E1056-DDEE-4163-BD5C-3A18E0A306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8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D4CB3708-8BC3-C937-5909-5DEE8DDEFEB7}"/>
              </a:ext>
            </a:extLst>
          </p:cNvPr>
          <p:cNvCxnSpPr/>
          <p:nvPr/>
        </p:nvCxnSpPr>
        <p:spPr>
          <a:xfrm>
            <a:off x="6125500" y="0"/>
            <a:ext cx="0" cy="704972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ttangolo 3">
            <a:extLst>
              <a:ext uri="{FF2B5EF4-FFF2-40B4-BE49-F238E27FC236}">
                <a16:creationId xmlns:a16="http://schemas.microsoft.com/office/drawing/2014/main" id="{D8906621-48FA-5444-D203-FB3E7C9D3C58}"/>
              </a:ext>
            </a:extLst>
          </p:cNvPr>
          <p:cNvSpPr/>
          <p:nvPr/>
        </p:nvSpPr>
        <p:spPr>
          <a:xfrm>
            <a:off x="5211096" y="2261419"/>
            <a:ext cx="1818967" cy="953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Amministratore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861CFF6-31A7-C119-DACA-565148B2D60D}"/>
              </a:ext>
            </a:extLst>
          </p:cNvPr>
          <p:cNvSpPr/>
          <p:nvPr/>
        </p:nvSpPr>
        <p:spPr>
          <a:xfrm>
            <a:off x="5211096" y="3662517"/>
            <a:ext cx="1818967" cy="953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Tecnico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C5619647-FAF4-B850-0E0D-FA09EC8DFA41}"/>
              </a:ext>
            </a:extLst>
          </p:cNvPr>
          <p:cNvSpPr/>
          <p:nvPr/>
        </p:nvSpPr>
        <p:spPr>
          <a:xfrm>
            <a:off x="8814002" y="2593258"/>
            <a:ext cx="2005780" cy="16714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DataBase</a:t>
            </a:r>
            <a:r>
              <a:rPr lang="it-IT" dirty="0"/>
              <a:t> server (Users info)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3753D4F-355D-866B-9353-4DC6C20ABF98}"/>
              </a:ext>
            </a:extLst>
          </p:cNvPr>
          <p:cNvCxnSpPr>
            <a:cxnSpLocks/>
            <a:stCxn id="17" idx="3"/>
            <a:endCxn id="6" idx="2"/>
          </p:cNvCxnSpPr>
          <p:nvPr/>
        </p:nvCxnSpPr>
        <p:spPr>
          <a:xfrm>
            <a:off x="3768214" y="3429000"/>
            <a:ext cx="50457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8511769-EB8A-09DC-FC4A-A247C339B18E}"/>
              </a:ext>
            </a:extLst>
          </p:cNvPr>
          <p:cNvSpPr txBox="1"/>
          <p:nvPr/>
        </p:nvSpPr>
        <p:spPr>
          <a:xfrm>
            <a:off x="7310278" y="649172"/>
            <a:ext cx="3421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Accesso remoto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1844708-1020-6451-92C0-96C62E1CB33F}"/>
              </a:ext>
            </a:extLst>
          </p:cNvPr>
          <p:cNvSpPr/>
          <p:nvPr/>
        </p:nvSpPr>
        <p:spPr>
          <a:xfrm>
            <a:off x="3313471" y="2465439"/>
            <a:ext cx="454743" cy="192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2100000" rev="0"/>
              </a:camera>
              <a:lightRig rig="threePt" dir="t"/>
            </a:scene3d>
          </a:bodyPr>
          <a:lstStyle/>
          <a:p>
            <a:pPr algn="ctr"/>
            <a:r>
              <a:rPr lang="it-IT" dirty="0"/>
              <a:t>Interfaccia 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67B9E13-2FD5-7B0F-C79A-C9427BF65E93}"/>
              </a:ext>
            </a:extLst>
          </p:cNvPr>
          <p:cNvSpPr/>
          <p:nvPr/>
        </p:nvSpPr>
        <p:spPr>
          <a:xfrm>
            <a:off x="1707128" y="2465439"/>
            <a:ext cx="677195" cy="192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2100000" rev="0"/>
              </a:camera>
              <a:lightRig rig="threePt" dir="t"/>
            </a:scene3d>
          </a:bodyPr>
          <a:lstStyle/>
          <a:p>
            <a:pPr algn="ctr"/>
            <a:r>
              <a:rPr lang="it-IT" dirty="0" err="1"/>
              <a:t>DataBase</a:t>
            </a:r>
            <a:r>
              <a:rPr lang="it-IT" dirty="0"/>
              <a:t> locale (Users info)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ACFDE8D-C759-AFFE-D7B9-B64BED5414FA}"/>
              </a:ext>
            </a:extLst>
          </p:cNvPr>
          <p:cNvSpPr txBox="1"/>
          <p:nvPr/>
        </p:nvSpPr>
        <p:spPr>
          <a:xfrm>
            <a:off x="1150371" y="649172"/>
            <a:ext cx="3421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Accesso locale</a:t>
            </a: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CE5EF1E5-576A-F9F8-A560-5D3AD839D373}"/>
              </a:ext>
            </a:extLst>
          </p:cNvPr>
          <p:cNvCxnSpPr>
            <a:stCxn id="4" idx="1"/>
          </p:cNvCxnSpPr>
          <p:nvPr/>
        </p:nvCxnSpPr>
        <p:spPr>
          <a:xfrm flipH="1">
            <a:off x="3768214" y="2738284"/>
            <a:ext cx="1442882" cy="388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BB241C05-A2B3-440F-E953-A94CFECD820A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3768214" y="3662517"/>
            <a:ext cx="1442882" cy="4768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FA0EB414-E8A6-72A6-F17A-FD307BA4C9F2}"/>
              </a:ext>
            </a:extLst>
          </p:cNvPr>
          <p:cNvSpPr/>
          <p:nvPr/>
        </p:nvSpPr>
        <p:spPr>
          <a:xfrm>
            <a:off x="2556387" y="2465439"/>
            <a:ext cx="597312" cy="1927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2100000" rev="0"/>
              </a:camera>
              <a:lightRig rig="threePt" dir="t"/>
            </a:scene3d>
          </a:bodyPr>
          <a:lstStyle/>
          <a:p>
            <a:pPr algn="ctr"/>
            <a:r>
              <a:rPr lang="it-IT" dirty="0"/>
              <a:t>Gestione input interfaccia </a:t>
            </a:r>
          </a:p>
        </p:txBody>
      </p:sp>
    </p:spTree>
    <p:extLst>
      <p:ext uri="{BB962C8B-B14F-4D97-AF65-F5344CB8AC3E}">
        <p14:creationId xmlns:p14="http://schemas.microsoft.com/office/powerpoint/2010/main" val="40841602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Tastati</dc:creator>
  <cp:lastModifiedBy>Mattia Tastati</cp:lastModifiedBy>
  <cp:revision>1</cp:revision>
  <dcterms:created xsi:type="dcterms:W3CDTF">2026-03-20T09:26:13Z</dcterms:created>
  <dcterms:modified xsi:type="dcterms:W3CDTF">2026-03-20T10:15:16Z</dcterms:modified>
</cp:coreProperties>
</file>